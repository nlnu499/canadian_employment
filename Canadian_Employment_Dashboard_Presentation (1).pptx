
<file path=[Content_Types].xml><?xml version="1.0" encoding="utf-8"?>
<Types xmlns="http://schemas.openxmlformats.org/package/2006/content-types">
  <Default Extension="dat" ContentType="image/pn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7EB861-4C95-4C74-9C92-B2B4BBB56D4F}" type="datetimeFigureOut">
              <a:rPr lang="en-CA" smtClean="0"/>
              <a:t>2026-04-19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60213-CAE8-42C8-96CE-172625D7F6C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0348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60213-CAE8-42C8-96CE-172625D7F6CE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759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nlnu499/canadian_employment" TargetMode="External"/><Relationship Id="rId4" Type="http://schemas.openxmlformats.org/officeDocument/2006/relationships/hyperlink" Target="https://elordenmundial.com/que-es-el-big-data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5hr1rnp.tistory.com/entry/Pythonpandas-Loading-Data-CSV" TargetMode="External"/><Relationship Id="rId2" Type="http://schemas.openxmlformats.org/officeDocument/2006/relationships/image" Target="../media/image13.dat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119608&amp;picture=tvr-griffith-500-se-dashboard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2400"/>
              <a:t>Canadian Employment Dashboard</a:t>
            </a:r>
            <a:br>
              <a:rPr lang="en-CA" sz="2400"/>
            </a:br>
            <a:r>
              <a:rPr lang="en-CA" sz="2400"/>
              <a:t>A Django-Based Data Visualization Application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9496B2F5-8034-827B-FAF5-C4D6A58D0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10871" b="17623"/>
          <a:stretch>
            <a:fillRect/>
          </a:stretch>
        </p:blipFill>
        <p:spPr>
          <a:xfrm>
            <a:off x="20" y="10"/>
            <a:ext cx="9143980" cy="3244635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CA" sz="1800" dirty="0"/>
              <a:t>CPRO 2201 – Python Programming II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Winter 2026, Red Deer Polytechnic</a:t>
            </a:r>
            <a:endParaRPr lang="en-CA" sz="1800" dirty="0"/>
          </a:p>
          <a:p>
            <a:pPr marL="0" indent="0">
              <a:lnSpc>
                <a:spcPct val="90000"/>
              </a:lnSpc>
              <a:buNone/>
            </a:pPr>
            <a:endParaRPr lang="en-CA" sz="1800" dirty="0"/>
          </a:p>
          <a:p>
            <a:pPr>
              <a:lnSpc>
                <a:spcPct val="90000"/>
              </a:lnSpc>
            </a:pPr>
            <a:r>
              <a:rPr lang="en-CA" sz="1800" b="1" dirty="0"/>
              <a:t>Nikita(000370801)</a:t>
            </a:r>
          </a:p>
          <a:p>
            <a:pPr>
              <a:lnSpc>
                <a:spcPct val="90000"/>
              </a:lnSpc>
            </a:pPr>
            <a:r>
              <a:rPr lang="en-CA" sz="1800" b="1"/>
              <a:t>Raman(000377207)</a:t>
            </a:r>
            <a:endParaRPr lang="en-CA" sz="1800" b="1" dirty="0"/>
          </a:p>
          <a:p>
            <a:pPr>
              <a:lnSpc>
                <a:spcPct val="90000"/>
              </a:lnSpc>
            </a:pPr>
            <a:r>
              <a:rPr lang="en-CA" sz="1800" b="1" dirty="0"/>
              <a:t>Taran(000376496)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Submission Date: April 19, 2026</a:t>
            </a:r>
            <a:endParaRPr lang="en-CA" sz="1800" dirty="0"/>
          </a:p>
          <a:p>
            <a:pPr>
              <a:lnSpc>
                <a:spcPct val="90000"/>
              </a:lnSpc>
            </a:pPr>
            <a:r>
              <a:rPr lang="en-CA" sz="1800" b="1" dirty="0" err="1"/>
              <a:t>Github</a:t>
            </a:r>
            <a:r>
              <a:rPr lang="en-CA" sz="1800" b="1" dirty="0"/>
              <a:t> Repository </a:t>
            </a:r>
          </a:p>
          <a:p>
            <a:pPr>
              <a:lnSpc>
                <a:spcPct val="90000"/>
              </a:lnSpc>
            </a:pPr>
            <a:r>
              <a:rPr lang="en-CA" sz="1800" b="1" dirty="0">
                <a:hlinkClick r:id="rId5"/>
              </a:rPr>
              <a:t>https://github.com/nlnu499/canadian_employment</a:t>
            </a:r>
            <a:endParaRPr lang="en-CA" sz="1800" b="1" dirty="0"/>
          </a:p>
          <a:p>
            <a:pPr>
              <a:lnSpc>
                <a:spcPct val="90000"/>
              </a:lnSpc>
            </a:pPr>
            <a:endParaRPr lang="en-CA" sz="1800" b="1" dirty="0"/>
          </a:p>
          <a:p>
            <a:pPr marL="0" indent="0">
              <a:lnSpc>
                <a:spcPct val="90000"/>
              </a:lnSpc>
              <a:buNone/>
            </a:pPr>
            <a:endParaRPr lang="en-CA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F310E-49FB-C053-A240-3F50AD807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CA" sz="3100"/>
              <a:t>Data Source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58130A-66E3-CF41-558A-BC22709DDA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27" b="-1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BA065-5DB5-3589-BAAC-7E4993BFE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en-US" sz="1600" b="1"/>
              <a:t>Project Overview:</a:t>
            </a:r>
            <a:endParaRPr lang="en-US" sz="1600"/>
          </a:p>
          <a:p>
            <a:r>
              <a:rPr lang="en-US" sz="1600"/>
              <a:t>Web application to analyze employment data </a:t>
            </a:r>
          </a:p>
          <a:p>
            <a:r>
              <a:rPr lang="en-US" sz="1600"/>
              <a:t>Uses Canadian dataset </a:t>
            </a:r>
          </a:p>
          <a:p>
            <a:r>
              <a:rPr lang="en-US" sz="1600"/>
              <a:t>Converts CSV → Database </a:t>
            </a:r>
          </a:p>
          <a:p>
            <a:r>
              <a:rPr lang="en-US" sz="1600" b="1"/>
              <a:t>Includes:</a:t>
            </a:r>
            <a:endParaRPr lang="en-US" sz="1600"/>
          </a:p>
          <a:p>
            <a:r>
              <a:rPr lang="en-US" sz="1600"/>
              <a:t>Employment data </a:t>
            </a:r>
          </a:p>
          <a:p>
            <a:r>
              <a:rPr lang="en-US" sz="1600"/>
              <a:t>Province-wise statistics </a:t>
            </a:r>
          </a:p>
          <a:p>
            <a:r>
              <a:rPr lang="en-US" sz="1600"/>
              <a:t>Yearly trends</a:t>
            </a:r>
          </a:p>
          <a:p>
            <a:endParaRPr lang="en-CA" sz="1600"/>
          </a:p>
        </p:txBody>
      </p:sp>
    </p:spTree>
    <p:extLst>
      <p:ext uri="{BB962C8B-B14F-4D97-AF65-F5344CB8AC3E}">
        <p14:creationId xmlns:p14="http://schemas.microsoft.com/office/powerpoint/2010/main" val="158975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37D55800-2DFA-2D24-50D2-453184E43E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97" r="7435" b="-2"/>
          <a:stretch>
            <a:fillRect/>
          </a:stretch>
        </p:blipFill>
        <p:spPr>
          <a:xfrm>
            <a:off x="469942" y="317578"/>
            <a:ext cx="8138333" cy="3508437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07C1E5C-3343-0141-1CA6-32B1881A1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018137"/>
            <a:ext cx="3426795" cy="212958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>
                <a:solidFill>
                  <a:schemeClr val="bg1"/>
                </a:solidFill>
              </a:rPr>
              <a:t>Data Source (Database Conversion)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6F741E-6FB0-1259-91EE-38672B517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14560" y="4018143"/>
            <a:ext cx="4255578" cy="212959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• Dataset loaded from CSV file  </a:t>
            </a:r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• Contains employment data for provinces  </a:t>
            </a:r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• Includes year, month, employment values  </a:t>
            </a:r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• Data converted into structured database  </a:t>
            </a:r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• Each row stored as a record  </a:t>
            </a:r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• Django models used for storage </a:t>
            </a:r>
          </a:p>
        </p:txBody>
      </p:sp>
    </p:spTree>
    <p:extLst>
      <p:ext uri="{BB962C8B-B14F-4D97-AF65-F5344CB8AC3E}">
        <p14:creationId xmlns:p14="http://schemas.microsoft.com/office/powerpoint/2010/main" val="4017086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6436D-917D-4256-9962-9132C6B53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/>
              <a:t>Data Processing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9DA99993-D11F-17D6-14B8-BAA10D9C9AC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rcRect t="16595" b="7555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4E642-704A-0D96-A72F-7B26E4727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67986" y="3752850"/>
            <a:ext cx="5614060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buNone/>
            </a:pPr>
            <a:r>
              <a:rPr lang="en-US" sz="1600" dirty="0"/>
              <a:t>• Removed invalid or missing data  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600" dirty="0"/>
              <a:t>• Cleaned text using .strip()  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600" dirty="0"/>
              <a:t>• Converted values using int() and float()  </a:t>
            </a:r>
          </a:p>
          <a:p>
            <a:pPr marL="0" indent="0" defTabSz="914400">
              <a:lnSpc>
                <a:spcPct val="90000"/>
              </a:lnSpc>
              <a:buNone/>
            </a:pPr>
            <a:endParaRPr lang="en-US" sz="1600" dirty="0"/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600" dirty="0"/>
              <a:t>• Ensured correct data format  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600" dirty="0"/>
              <a:t>• Stored cleaned data in database </a:t>
            </a:r>
          </a:p>
        </p:txBody>
      </p:sp>
    </p:spTree>
    <p:extLst>
      <p:ext uri="{BB962C8B-B14F-4D97-AF65-F5344CB8AC3E}">
        <p14:creationId xmlns:p14="http://schemas.microsoft.com/office/powerpoint/2010/main" val="157640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1863AB-F5C9-5AE1-0C7F-CD81645F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48721"/>
            <a:ext cx="3530753" cy="1225650"/>
          </a:xfrm>
        </p:spPr>
        <p:txBody>
          <a:bodyPr anchor="b">
            <a:normAutofit/>
          </a:bodyPr>
          <a:lstStyle/>
          <a:p>
            <a:r>
              <a:rPr lang="en-CA" sz="3300">
                <a:solidFill>
                  <a:schemeClr val="bg1"/>
                </a:solidFill>
              </a:rPr>
              <a:t>Django Project Structure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3904" y="1749756"/>
            <a:ext cx="353872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86387-8305-03A2-7A4A-C9FC706BD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326" y="1909192"/>
            <a:ext cx="3439885" cy="3647710"/>
          </a:xfrm>
        </p:spPr>
        <p:txBody>
          <a:bodyPr>
            <a:normAutofit/>
          </a:bodyPr>
          <a:lstStyle/>
          <a:p>
            <a:r>
              <a:rPr lang="en-CA" sz="1700">
                <a:solidFill>
                  <a:schemeClr val="bg1"/>
                </a:solidFill>
              </a:rPr>
              <a:t>• Models → define database structure </a:t>
            </a:r>
            <a:br>
              <a:rPr lang="en-CA" sz="1700">
                <a:solidFill>
                  <a:schemeClr val="bg1"/>
                </a:solidFill>
              </a:rPr>
            </a:br>
            <a:r>
              <a:rPr lang="en-CA" sz="1700">
                <a:solidFill>
                  <a:schemeClr val="bg1"/>
                </a:solidFill>
              </a:rPr>
              <a:t>• Views → handle business logic </a:t>
            </a:r>
            <a:br>
              <a:rPr lang="en-CA" sz="1700">
                <a:solidFill>
                  <a:schemeClr val="bg1"/>
                </a:solidFill>
              </a:rPr>
            </a:br>
            <a:r>
              <a:rPr lang="en-CA" sz="1700">
                <a:solidFill>
                  <a:schemeClr val="bg1"/>
                </a:solidFill>
              </a:rPr>
              <a:t>• Templates → display user interface </a:t>
            </a:r>
            <a:br>
              <a:rPr lang="en-CA" sz="1700">
                <a:solidFill>
                  <a:schemeClr val="bg1"/>
                </a:solidFill>
              </a:rPr>
            </a:br>
            <a:r>
              <a:rPr lang="en-CA" sz="1700">
                <a:solidFill>
                  <a:schemeClr val="bg1"/>
                </a:solidFill>
              </a:rPr>
              <a:t>• Forms → handle file upload </a:t>
            </a:r>
            <a:br>
              <a:rPr lang="en-CA" sz="1700">
                <a:solidFill>
                  <a:schemeClr val="bg1"/>
                </a:solidFill>
              </a:rPr>
            </a:br>
            <a:br>
              <a:rPr lang="en-CA" sz="1700">
                <a:solidFill>
                  <a:schemeClr val="bg1"/>
                </a:solidFill>
              </a:rPr>
            </a:br>
            <a:r>
              <a:rPr lang="en-CA" sz="1700">
                <a:solidFill>
                  <a:schemeClr val="bg1"/>
                </a:solidFill>
              </a:rPr>
              <a:t>• Follows Django MVC architecture </a:t>
            </a:r>
            <a:br>
              <a:rPr lang="en-CA" sz="1700">
                <a:solidFill>
                  <a:schemeClr val="bg1"/>
                </a:solidFill>
              </a:rPr>
            </a:br>
            <a:r>
              <a:rPr lang="en-CA" sz="1700">
                <a:solidFill>
                  <a:schemeClr val="bg1"/>
                </a:solidFill>
              </a:rPr>
              <a:t>• Clean separation of components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5520" y="5707672"/>
            <a:ext cx="353549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549F699-5936-EA7B-0C6B-E180049A1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089" y="0"/>
            <a:ext cx="37204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988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Content Placeholder 11">
            <a:extLst>
              <a:ext uri="{FF2B5EF4-FFF2-40B4-BE49-F238E27FC236}">
                <a16:creationId xmlns:a16="http://schemas.microsoft.com/office/drawing/2014/main" id="{75DF0C28-FC5B-6FF9-3412-CCCAB6B7D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74" r="1" b="38188"/>
          <a:stretch>
            <a:fillRect/>
          </a:stretch>
        </p:blipFill>
        <p:spPr>
          <a:xfrm>
            <a:off x="469942" y="317578"/>
            <a:ext cx="8138333" cy="3508437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388B71-795F-29F4-E4C1-6ED9AA39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018137"/>
            <a:ext cx="3426795" cy="2129586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CA" sz="4200">
                <a:solidFill>
                  <a:schemeClr val="bg1"/>
                </a:solidFill>
              </a:rPr>
              <a:t>Models and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AB77C-2DBB-8F2E-D618-BA8EFD58B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560" y="4018143"/>
            <a:ext cx="4255578" cy="2129599"/>
          </a:xfrm>
          <a:noFill/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200">
                <a:solidFill>
                  <a:schemeClr val="bg1"/>
                </a:solidFill>
              </a:rPr>
              <a:t>• Model: EmploymentData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>
                <a:solidFill>
                  <a:schemeClr val="bg1"/>
                </a:solidFill>
              </a:rPr>
              <a:t>• Represents employment dataset 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200">
              <a:solidFill>
                <a:schemeClr val="bg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>
                <a:solidFill>
                  <a:schemeClr val="bg1"/>
                </a:solidFill>
              </a:rPr>
              <a:t>• Fields include: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>
                <a:solidFill>
                  <a:schemeClr val="bg1"/>
                </a:solidFill>
              </a:rPr>
              <a:t>  - Year, Month, Province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>
                <a:solidFill>
                  <a:schemeClr val="bg1"/>
                </a:solidFill>
              </a:rPr>
              <a:t>  - Employment values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>
                <a:solidFill>
                  <a:schemeClr val="bg1"/>
                </a:solidFill>
              </a:rPr>
              <a:t>  - Unemployment rate 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200">
              <a:solidFill>
                <a:schemeClr val="bg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>
                <a:solidFill>
                  <a:schemeClr val="bg1"/>
                </a:solidFill>
              </a:rPr>
              <a:t>• Each object = one database record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>
                <a:solidFill>
                  <a:schemeClr val="bg1"/>
                </a:solidFill>
              </a:rPr>
              <a:t>• Stored in SQLite database </a:t>
            </a:r>
            <a:endParaRPr lang="en-CA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256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4E0DC6-3B3D-3A3B-F76B-8DDAEB1251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13" r="13781"/>
          <a:stretch>
            <a:fillRect/>
          </a:stretch>
        </p:blipFill>
        <p:spPr>
          <a:xfrm>
            <a:off x="20" y="10"/>
            <a:ext cx="9171076" cy="4666928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2987478"/>
            <a:ext cx="9171095" cy="1828800"/>
            <a:chOff x="-305" y="2987478"/>
            <a:chExt cx="12188952" cy="18288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50" name="Freeform: Shape 49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7F36498-8163-C384-F53C-85E11F6B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551037"/>
            <a:ext cx="3766336" cy="1509931"/>
          </a:xfrm>
        </p:spPr>
        <p:txBody>
          <a:bodyPr>
            <a:normAutofit/>
          </a:bodyPr>
          <a:lstStyle/>
          <a:p>
            <a:r>
              <a:rPr lang="en-CA" sz="3100">
                <a:solidFill>
                  <a:schemeClr val="tx2"/>
                </a:solidFill>
              </a:rPr>
              <a:t>Views and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80015-EF0F-DEA8-FE5C-77DB081D1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2685" y="4551037"/>
            <a:ext cx="3694808" cy="1509935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000">
                <a:solidFill>
                  <a:schemeClr val="tx2"/>
                </a:solidFill>
              </a:rPr>
              <a:t>• Views handle application logic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000">
                <a:solidFill>
                  <a:schemeClr val="tx2"/>
                </a:solidFill>
              </a:rPr>
              <a:t>• Process user requests and data 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00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000">
                <a:solidFill>
                  <a:schemeClr val="tx2"/>
                </a:solidFill>
              </a:rPr>
              <a:t>• Templates display the user interface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000">
                <a:solidFill>
                  <a:schemeClr val="tx2"/>
                </a:solidFill>
              </a:rPr>
              <a:t>• Built using HTML and Django template engine 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00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000">
                <a:solidFill>
                  <a:schemeClr val="tx2"/>
                </a:solidFill>
              </a:rPr>
              <a:t>• Forms handle CSV file upload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000">
                <a:solidFill>
                  <a:schemeClr val="tx2"/>
                </a:solidFill>
              </a:rPr>
              <a:t>• Connect frontend with backend </a:t>
            </a:r>
            <a:endParaRPr lang="en-CA" sz="1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977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ECAB1E8-8195-4748-BE71-FF806D868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!!text rectangle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81" y="633619"/>
            <a:ext cx="3209537" cy="5495925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CFAC4A-B45E-2A78-80D6-7B3164F90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978619"/>
            <a:ext cx="2558034" cy="1106424"/>
          </a:xfrm>
        </p:spPr>
        <p:txBody>
          <a:bodyPr>
            <a:normAutofit/>
          </a:bodyPr>
          <a:lstStyle/>
          <a:p>
            <a:r>
              <a:rPr lang="en-CA" sz="2400"/>
              <a:t>Frontend and Backend</a:t>
            </a:r>
          </a:p>
        </p:txBody>
      </p:sp>
      <p:sp>
        <p:nvSpPr>
          <p:cNvPr id="33" name="!!accent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175" y="117043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094" y="2121408"/>
            <a:ext cx="2496312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C04A7-C062-7481-0BC4-1B51B35AE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359152"/>
            <a:ext cx="2558034" cy="342504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CA" sz="1500"/>
              <a:t>• Frontend: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CA" sz="1500"/>
              <a:t>  - User interface (HTML, CSS)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CA" sz="1500"/>
              <a:t>  - Displays charts and dashboard  </a:t>
            </a:r>
          </a:p>
          <a:p>
            <a:pPr marL="0" indent="0">
              <a:lnSpc>
                <a:spcPct val="90000"/>
              </a:lnSpc>
              <a:buNone/>
            </a:pPr>
            <a:endParaRPr lang="en-CA" sz="1500"/>
          </a:p>
          <a:p>
            <a:pPr marL="0" indent="0">
              <a:lnSpc>
                <a:spcPct val="90000"/>
              </a:lnSpc>
              <a:buNone/>
            </a:pPr>
            <a:r>
              <a:rPr lang="en-CA" sz="1500"/>
              <a:t>• Backend: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CA" sz="1500"/>
              <a:t>  - Django handles logic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CA" sz="1500"/>
              <a:t>  - Processes data and database operations  </a:t>
            </a:r>
          </a:p>
          <a:p>
            <a:pPr marL="0" indent="0">
              <a:lnSpc>
                <a:spcPct val="90000"/>
              </a:lnSpc>
              <a:buNone/>
            </a:pPr>
            <a:endParaRPr lang="en-CA" sz="1500"/>
          </a:p>
          <a:p>
            <a:pPr marL="0" indent="0">
              <a:lnSpc>
                <a:spcPct val="90000"/>
              </a:lnSpc>
              <a:buNone/>
            </a:pPr>
            <a:r>
              <a:rPr lang="en-CA" sz="1500"/>
              <a:t>• Charts created using Chart.js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CA" sz="1500"/>
              <a:t>• Connects user input with data visualization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13B125-9559-86DF-49F7-A7992ABF35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69" r="39120" b="1"/>
          <a:stretch>
            <a:fillRect/>
          </a:stretch>
        </p:blipFill>
        <p:spPr>
          <a:xfrm>
            <a:off x="3843337" y="634382"/>
            <a:ext cx="4992910" cy="549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829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6FF42C2-EA15-4154-B242-E98E88CED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79DE9F7-28C4-4856-BA57-D696E124C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81" y="633619"/>
            <a:ext cx="3695560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17625-7FF4-8681-EA11-17B3FCEF9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978408"/>
            <a:ext cx="3042397" cy="1106424"/>
          </a:xfrm>
        </p:spPr>
        <p:txBody>
          <a:bodyPr>
            <a:normAutofit/>
          </a:bodyPr>
          <a:lstStyle/>
          <a:p>
            <a:r>
              <a:rPr lang="en-US" sz="2400"/>
              <a:t>DEMO</a:t>
            </a:r>
            <a:endParaRPr lang="en-CA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1F9ED9C-121B-44C6-A308-5824769C4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175" y="117043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5F8185-F27B-4E99-A06C-007336FE3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094" y="2121408"/>
            <a:ext cx="2968987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ED996-78D3-B597-D426-D90E80942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2359152"/>
            <a:ext cx="3042397" cy="3429000"/>
          </a:xfrm>
        </p:spPr>
        <p:txBody>
          <a:bodyPr>
            <a:normAutofit/>
          </a:bodyPr>
          <a:lstStyle/>
          <a:p>
            <a:r>
              <a:rPr lang="en-US" sz="1600"/>
              <a:t>Upload CSV dataset </a:t>
            </a:r>
            <a:br>
              <a:rPr lang="en-US" sz="1600"/>
            </a:br>
            <a:r>
              <a:rPr lang="en-US" sz="1600"/>
              <a:t>• Store data in database </a:t>
            </a:r>
            <a:br>
              <a:rPr lang="en-US" sz="1600"/>
            </a:br>
            <a:br>
              <a:rPr lang="en-US" sz="1600"/>
            </a:br>
            <a:r>
              <a:rPr lang="en-US" sz="1600"/>
              <a:t>• View dashboard with key metrics </a:t>
            </a:r>
            <a:br>
              <a:rPr lang="en-US" sz="1600"/>
            </a:br>
            <a:r>
              <a:rPr lang="en-US" sz="1600"/>
              <a:t>• Display interactive charts </a:t>
            </a:r>
            <a:br>
              <a:rPr lang="en-US" sz="1600"/>
            </a:br>
            <a:br>
              <a:rPr lang="en-US" sz="1600"/>
            </a:br>
            <a:r>
              <a:rPr lang="en-US" sz="1600"/>
              <a:t>• Filter data by province </a:t>
            </a:r>
            <a:br>
              <a:rPr lang="en-US" sz="1600"/>
            </a:br>
            <a:r>
              <a:rPr lang="en-US" sz="1600"/>
              <a:t>• Analyze employment trends </a:t>
            </a:r>
            <a:endParaRPr lang="en-CA" sz="16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37B847-5FB3-F742-7B2C-02E78093A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028" y="804239"/>
            <a:ext cx="2155251" cy="18642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0DE070-6001-A2D3-5FB3-CD480C8C6A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" b="9084"/>
          <a:stretch>
            <a:fillRect/>
          </a:stretch>
        </p:blipFill>
        <p:spPr>
          <a:xfrm>
            <a:off x="6721773" y="1006952"/>
            <a:ext cx="2155251" cy="14549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792729-2C39-9991-D305-1F339E748F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248" r="40135" b="-1"/>
          <a:stretch>
            <a:fillRect/>
          </a:stretch>
        </p:blipFill>
        <p:spPr>
          <a:xfrm>
            <a:off x="4461277" y="3109523"/>
            <a:ext cx="4339498" cy="3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76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C23E91D5-4E04-F0A2-0869-EBB31ED95B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42" r="31839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1C676B-5890-5723-C722-2B8A6F2F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r>
              <a:rPr lang="en-CA" sz="3500"/>
              <a:t>Contribution – Nikita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E527AE-6EE3-A9D2-FC9A-FBFDF2D5E7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1350" y="2884929"/>
            <a:ext cx="3494817" cy="33741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Developed backend logic using Django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Designed database models (EmploymentData)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Implemented data processing and storage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Managed data flow from CSV to database </a:t>
            </a:r>
          </a:p>
        </p:txBody>
      </p:sp>
    </p:spTree>
    <p:extLst>
      <p:ext uri="{BB962C8B-B14F-4D97-AF65-F5344CB8AC3E}">
        <p14:creationId xmlns:p14="http://schemas.microsoft.com/office/powerpoint/2010/main" val="2126116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C2D0CA-8E96-8C7B-91AB-FB76F0101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7627" r="12862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1885B-30F1-3594-91B8-DF4EC9A5D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r>
              <a:rPr lang="en-CA" sz="3500"/>
              <a:t>Contribution – Raman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739094-677E-F0DC-6AEF-8C975B96DA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1350" y="2884929"/>
            <a:ext cx="3494817" cy="33741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Designed frontend interface using HTML and CSS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Created templates for dashboard and pages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Improved user experience and layout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Connected frontend with backend views </a:t>
            </a:r>
          </a:p>
        </p:txBody>
      </p:sp>
    </p:spTree>
    <p:extLst>
      <p:ext uri="{BB962C8B-B14F-4D97-AF65-F5344CB8AC3E}">
        <p14:creationId xmlns:p14="http://schemas.microsoft.com/office/powerpoint/2010/main" val="4056459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B0B678-CD10-4371-96E5-2706F4579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9270323-9616-4384-857D-E86B78272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8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A3838D5-9565-4601-BAC3-D1B5BDB80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349A4B8-3246-4579-922E-FE1155C7F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517897"/>
            <a:ext cx="8333796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915535-9ACB-B371-FDE9-4A85AE46F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0606" y="847827"/>
            <a:ext cx="4056610" cy="1169585"/>
          </a:xfrm>
        </p:spPr>
        <p:txBody>
          <a:bodyPr anchor="b">
            <a:normAutofit/>
          </a:bodyPr>
          <a:lstStyle/>
          <a:p>
            <a:r>
              <a:rPr lang="en-CA" sz="3500"/>
              <a:t>Contribution – Taran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C51C26-E3CE-A6AD-38C8-3CABEEF77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85800" y="927690"/>
            <a:ext cx="3291840" cy="227436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67998" y="2188548"/>
            <a:ext cx="3780769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149C1A-624F-CD98-D91F-C429C7C3E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97438"/>
            <a:ext cx="3291840" cy="173644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74306-8959-89A5-0AFA-3041D31FA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1589" y="2508105"/>
            <a:ext cx="4056610" cy="3632493"/>
          </a:xfrm>
        </p:spPr>
        <p:txBody>
          <a:bodyPr anchor="ctr">
            <a:normAutofit/>
          </a:bodyPr>
          <a:lstStyle/>
          <a:p>
            <a:r>
              <a:rPr lang="en-US" sz="1800" dirty="0"/>
              <a:t>Implemented data visualization using Chart.js </a:t>
            </a:r>
          </a:p>
          <a:p>
            <a:r>
              <a:rPr lang="en-US" sz="1800" dirty="0"/>
              <a:t>Created charts (bar, pie, line) </a:t>
            </a:r>
          </a:p>
          <a:p>
            <a:r>
              <a:rPr lang="en-US" sz="1800" dirty="0"/>
              <a:t>Designed trend analysis graphs </a:t>
            </a:r>
          </a:p>
          <a:p>
            <a:r>
              <a:rPr lang="en-US" sz="1800" dirty="0"/>
              <a:t>Ensured charts display correct data </a:t>
            </a:r>
          </a:p>
          <a:p>
            <a:pPr marL="0" indent="0">
              <a:buNone/>
            </a:pPr>
            <a:endParaRPr lang="en-CA" sz="1700" dirty="0"/>
          </a:p>
        </p:txBody>
      </p:sp>
    </p:spTree>
    <p:extLst>
      <p:ext uri="{BB962C8B-B14F-4D97-AF65-F5344CB8AC3E}">
        <p14:creationId xmlns:p14="http://schemas.microsoft.com/office/powerpoint/2010/main" val="3700072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3C2493-B08C-F929-1D96-C35A2812A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en-CA" sz="3600"/>
              <a:t>Conclusion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61615-9C99-6FF8-0018-905F94EEB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100"/>
              <a:t>• Built full Django application  </a:t>
            </a:r>
          </a:p>
          <a:p>
            <a:pPr marL="0" indent="0">
              <a:buNone/>
            </a:pPr>
            <a:r>
              <a:rPr lang="en-US" sz="2100"/>
              <a:t>• Used real-world dataset  </a:t>
            </a:r>
          </a:p>
          <a:p>
            <a:pPr marL="0" indent="0">
              <a:buNone/>
            </a:pPr>
            <a:r>
              <a:rPr lang="en-US" sz="2100"/>
              <a:t>• Created interactive visualizations </a:t>
            </a:r>
            <a:endParaRPr lang="en-CA" sz="2100"/>
          </a:p>
        </p:txBody>
      </p:sp>
    </p:spTree>
    <p:extLst>
      <p:ext uri="{BB962C8B-B14F-4D97-AF65-F5344CB8AC3E}">
        <p14:creationId xmlns:p14="http://schemas.microsoft.com/office/powerpoint/2010/main" val="3855079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463</Words>
  <Application>Microsoft Office PowerPoint</Application>
  <PresentationFormat>On-screen Show (4:3)</PresentationFormat>
  <Paragraphs>91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Canadian Employment Dashboard A Django-Based Data Visualization Application</vt:lpstr>
      <vt:lpstr>Data Source </vt:lpstr>
      <vt:lpstr>Data Source (Database Conversion)</vt:lpstr>
      <vt:lpstr>Data Processing</vt:lpstr>
      <vt:lpstr>Django Project Structure</vt:lpstr>
      <vt:lpstr>Models and Database</vt:lpstr>
      <vt:lpstr>Views and Templates</vt:lpstr>
      <vt:lpstr>Frontend and Backend</vt:lpstr>
      <vt:lpstr>DEMO</vt:lpstr>
      <vt:lpstr>Contribution – Nikita</vt:lpstr>
      <vt:lpstr>Contribution – Raman</vt:lpstr>
      <vt:lpstr>Contribution – Taran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Nikita LNU</cp:lastModifiedBy>
  <cp:revision>9</cp:revision>
  <dcterms:created xsi:type="dcterms:W3CDTF">2013-01-27T09:14:16Z</dcterms:created>
  <dcterms:modified xsi:type="dcterms:W3CDTF">2026-04-20T01:38:21Z</dcterms:modified>
  <cp:category/>
</cp:coreProperties>
</file>